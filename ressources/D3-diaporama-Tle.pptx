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(0-5 min) - Cadre. Distribuer les micro-sujets FACE CACHEE pendant que vous parlez (repartition preparee : maths / HGGSP / philosophie). Une copie double par eleve.
Verbatim : « D'ici juin, l'entrainement le plus rentable n'est pas une relecture de plus : c'est un sujet traite en conditions, puis corrige par vous, grille en main. Vous allez le faire une fois ici, encadres. A partir d'aujourd'hui, vous saurez le refaire seuls. »
Vigilance : pas de negociation sur « on peut reviser deux minutes ? » - reponse : « Non. Le jour J non plus.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(suite) - 5 minutes maximum, sujets deja distribues face cachee.
Poser les conditions sans les discuter : tables nues (sujet, copie, de quoi ecrire), telephones ranges, pas de calculatrice pour le sujet de maths du kit.
Vigilance : la phase chrono doit demarrer au plus tard a la minute 6 (plan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(5-33 min) - 28 minutes en conditions. Protocole a appliquer a la lettre.
1. « Retournez le sujet. C'est parti. » - lancer le chrono a 28:00.
2. Aucune reponse de contenu ou de methode. Une seule phrase autorisee : « Comme le jour J : debrouillez-vous avec le sujet. »
3. Circuler en silence, verifier les tables et les telephones.
4. Annonces a voix neutre : « mi-temps » a 14 min restantes, « cinq minutes » a 5 min de la fin.
5. A zero : « Stylos poses. » Aucune prolongation, pas meme une phrase.
Resultat attendu : des copies inegales, des eleves frustres de ne pas avoir fini. C'est une information (colonne « temps »), pas un incident : ne pas consoler, ne pas ajuster.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3a (33-40 min) - Distribuer MAINTENANT seulement les pages « corrige + grille ».
Verbatim : « Vous changez de chaise : vous etiez candidat, vous voila correcteur. Grille en main, critere par critere. La regle : je coche ce que ma copie contient, pas ce que j'avais dans la tete. Ensuite, comparez au corrige. »
Relances anti-complaisance en circulant : « Montre-moi ou. » / « Ce n'est pas sur la copie, donc le correcteur ne le verra pas non plus. »
Differenciation : grille reduite aux 3 criteres marques d'une etoile pour les eleves en difficulte.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3b (40-43 min) - Diagnostic force, 3 minutes.
Verbatim : « Une seule case : qu'est-ce qui vous a manque d'abord - la connaissance, la methode, ou le temps ? Une case, une ligne de justification. Si vous hesitez entre deux, prenez celle qui a coute le plus de points. »
Rappel : connaissance et methode sont les familles installees en 2de (seance E1) ; le temps est la famille propre a la Terminale.
Incompressible : cette case est cochee en classe, meme si la comparaison au corrige se termine a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3c (43-45 min) - Nommage, 2 minutes MAXIMUM, adosse a ce qui vient d'etre vecu.
Verbatim : « Ce que vous venez de faire - vous tester en conditions puis vous corriger par criteres - est la strategie la mieux validee par la recherche. Facile a l'entrainement ne veut pas dire pret le jour J. »
Vigilance : pas de cours sur la memoire ou le cerveau, pas de chiffres. Les sources restent a l'ecran, en petit corps.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3c (suite) - Toujours dans les 2 minutes de nommage.
Verbatim : « Plus on s'expose aux conditions, moins elles impressionnent. Le sujet blanc est le meilleur anti-stress de l'annee - l'evitement, lui, entretient le stress. »
Vigilance : benefice presente comme constate, sans avancer de chiffre. Ne pas transformer l'ecran en discussion sur l'anxiete : enchainer sur la programmation.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(45-52 min) - Programmation du cycle, support 4.
Verbatim : « Ce que vous avez fait en quarante minutes, vous le referez seuls : un sujet par quinzaine et par specialite, un sujet de philosophie par mois, jusqu'aux ecrits. Agenda et planning C4 ouverts : on date, maintenant. Une seance sans date n'existe pas. »
Exiger pour chaque sujet : un jour, une heure, dans un creneau existant de la semaine type C4, et la source ecrite (annales, sujets zero et banques Eduscol, sujets des enseignants). Refuser « pendant les vacances » et « quand j'aurai le temps ».
Resultat attendu : au minimum les deux premieres quinzaines datees. Le reste de la fiche se termine a la maison et se verifie a la meteo J+7.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(52-55 min) - Trace ecrite et engagement, support 5.
Verbatim : « Carnet de methodes : votre diagnostic du jour et votre calendrier de sujets blancs. Puis l'engagement, au format habituel : avant J+14, je traite mon premier sujet blanc en conditions, et je le corrige a la grille dans la foulee. »
Annoncer le suivi : meteo du transfert a la prochaine vie de classe (3-5 min), puis tableau declaratif mensuel « qui a fait son sujet ? » jusqu'aux ecrits, adosse au rendez-vous mensuel C4 / point matrice B4. Declaratif, jamais note.
Incompressible : cet ecran ne se coupe jamais, meme si les phases precedentes ont deborde.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D3 · Terminale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mettre en conditions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· chrono · grille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1560" y="2395728"/>
            <a:ext cx="7040880" cy="1481328"/>
          </a:xfrm>
          <a:prstGeom prst="roundRect">
            <a:avLst>
              <a:gd name="adj" fmla="val 6173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487168"/>
            <a:ext cx="6675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n’apprends que si je fais l’effort de chercher »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· RETOUR D’INFORMATION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L’erreur est une information, pas une punition 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L’entraînement le plus rentable de l’année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813816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34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D’ici les écrits : pas une relecture de plus — un sujet, un chrono, une grille.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138160" cy="1417320"/>
          </a:xfrm>
          <a:prstGeom prst="roundRect">
            <a:avLst>
              <a:gd name="adj" fmla="val 6452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3317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 : 28 minutes en conditions réelles.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· sans document · au propre sur la copie · sacs fermés.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3931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le jour J.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réelles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Traitez le sujet. Sur la copie, au propre.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document.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question posée, aucune réponse donnée.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rend pas avant la fin.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0652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01968" y="144475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03504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42900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34290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annonces : mi-temps, puis 5 minutes.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zéro : stylos posés.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de votre propre copie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critère par critère, puis le corrigé.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: je coche ce que ma copie contient —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preuve à montrer du doigt.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0652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01968" y="144475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03504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20040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32004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le savais » sans l’avoir écrit = non coché.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correcteur du jour J ne le verra pas non plus.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m’a manqué d’abord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258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246120" y="13258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3246120" y="13258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035040" y="13258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3258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720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case. Une ligne de justification.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j’hésite entre deux : celle qui a coûté le plus de points.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035040" y="26060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304952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01968" y="2679192"/>
            <a:ext cx="19476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6035040" y="3511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 et méthode : vos familles d’erreurs depuis la 2de. Le temps : la famille de Terminale.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c’est le plus rentable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801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tester en conditions : la stratégie la mieux validée par la recherche.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1772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2801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transforme la note en information : je sais quoi corriger.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l’entraînement ≠ prêt le jour J.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testing : Dunlosky et al., 2013 · Feedback par critères : Hattie &amp; Timperley, 2007.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stress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801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L’évitement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entretient le stress.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61772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2801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L’exposition répétée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conditions le fait baisser.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blanc est le meilleur anti-stress de l’année.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7200" y="3611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survivre au premier. Le deuxième impressionnera déjà moins.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4526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constaté de l’entraînement en conditions sur l’anxiété d’évaluation.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Jusqu’aux écrits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sujet par quinzaine et par spécialité.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sujet de philosophie par mois.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et planning C4 ouverts : datez vos deux premières quinzaines — jour, heure, source du sujet.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sujet met à jour votre matrice (B4).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035040" y="1463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979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01968" y="153619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035040" y="25511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22960" y="3886200"/>
            <a:ext cx="7498080" cy="0"/>
          </a:xfrm>
          <a:prstGeom prst="line">
            <a:avLst/>
          </a:prstGeom>
          <a:noFill/>
          <a:ln w="12700">
            <a:solidFill>
              <a:srgbClr val="2E539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58952" y="3822192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Shape 9"/>
          <p:cNvSpPr/>
          <p:nvPr/>
        </p:nvSpPr>
        <p:spPr>
          <a:xfrm>
            <a:off x="4507992" y="3822192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Shape 10"/>
          <p:cNvSpPr/>
          <p:nvPr/>
        </p:nvSpPr>
        <p:spPr>
          <a:xfrm>
            <a:off x="8257032" y="3822192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576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blanc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3504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écrits · 15-17 juin 2027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du bac blanc à confirmer par l’établissement · dates de la session 2027 annoncées, à confirmer au B.O.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+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pages « Engagement actif » et « Retour d’information »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38404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98448"/>
            <a:ext cx="7863840" cy="54864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984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diagnostic : connaissance · méthode · temps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956816"/>
            <a:ext cx="7863840" cy="54864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5681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cycle : 1 sujet / quinzaine / spécialité · 1 philosophie / mois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98064"/>
            <a:ext cx="7863840" cy="1572768"/>
          </a:xfrm>
          <a:prstGeom prst="roundRect">
            <a:avLst>
              <a:gd name="adj" fmla="val 5814"/>
            </a:avLst>
          </a:prstGeom>
          <a:solidFill>
            <a:srgbClr val="2E5395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889504"/>
            <a:ext cx="7498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· 14 JOURS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premier sujet blanc traité en conditions,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corrigé à la grille dans la foulée.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à la prochaine vie de classe — puis, chaque mois : « qui a fait son sujet ? »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écran 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 · Se mettre en conditions : sujets, chrono, grille — Terminale</dc:title>
  <dc:subject>PptxGenJS Presentation</dc:subject>
  <dc:creator>Institut Stanislas de Cannes</dc:creator>
  <cp:lastModifiedBy>Institut Stanislas de Cannes</cp:lastModifiedBy>
  <cp:revision>1</cp:revision>
  <dcterms:created xsi:type="dcterms:W3CDTF">2026-07-18T08:19:46Z</dcterms:created>
  <dcterms:modified xsi:type="dcterms:W3CDTF">2026-07-18T08:19:46Z</dcterms:modified>
</cp:coreProperties>
</file>