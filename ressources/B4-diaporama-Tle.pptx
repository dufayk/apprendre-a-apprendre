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· 0–15 min. Verbatim de lancement : « En septembre, vous avez posé votre année et votre semaine type. Aujourd’hui, on regarde ce qu’il y a dedans : les écrits de juin portent sur des chapitres vus depuis des mois — certains depuis la 1re. » Matériel prêt : listes officielles des chapitres (projetées ou distribuées), support 1 en main, classeurs fermés dès l’entrée.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 maximum. Fin du verbatim de lancement : « La question n’est pas “est-ce que j’ai travaillé ces chapitres”, c’est “qu’est-ce qu’il en reste aujourd’hui”. Et ça, on ne le devine pas au feeling : on le mesure. Classeurs fermés — de toute façon, vous ne les avez pas sortis. » Ne rien annoncer de la théorie : faire d’abord, nommer ensuite.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Consigne à énoncer puis laisser affichée : « Pour chaque chapitre de la liste, même geste, 30 secondes maximum : je me pose la question centrale — suis-je capable, là, maintenant, d’énoncer le plan, la formule, la méthode, la thèse ? — et j’écris un mot-preuve : le premier élément précis qui me vient, de mémoire. Preuve écrite et juste : “je sais”. Ça me dit quelque chose mais rien de précis ne sort : “je crois savoir”. Rien : “je ne sais pas”. Interdiction absolue du feeling : sans mot-preuve écrit, c’est “je crois savoir” d’office.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 12 min — lancer le minuteur et circuler. Rythme : environ 25 chapitres tiennent en 12 minutes à 30 secondes pièce ; annoncer à mi-temps « vous devriez avoir fini la première EDS ». Un seul contrôle en circulant : la colonne « je sais » sans mot-preuve — faire déclasser immédiatement, sans commentaire. En fin de phase : chacun compte ses trois totaux. Résultat attendu : une colonne « je crois savoir » massive — normal en octobre. Ne rien nommer encore.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Échangez vos matrices. Chacun choisit trois chapitres classés “je sais” chez l’autre et le teste à voix haute. Si la réponse flanche — hésitation, à-peu-près, trou — la flèche descend : “je crois savoir”. Trois minutes chacun, sans négociation. » Puis mise en commun (90 s), 2 questions à main levée : « Qui a vu au moins un de ses “je sais” déclassé ? », « Qui en a vu deux ou trois ? » — compter des mains, jamais des noms ; noter la proportion au tableau : c’est la donnée de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Nommage bref — 2 minutes maximum : « Vous connaissez déjà ce phénomène : en 2de, l’écart entre le score prédit et le score obtenu. Familier n’est pas su — relire rend familier, se tester dit la vérité. La colonne “je crois savoir” est la zone dangereuse : c’est elle qui coûte des points en juin, parce qu’on ne la révise pas — on croit que c’est fait. C’est donc elle qu’on réactive en premier. » Pour les élèves arrivés cette année (sans B2) : la phrase se comprend seule — le test du binôme vient d’en faire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Cadrage — écrans 7 et 8 en 2 minutes maximum : « Maintenant on remonte le temps depuis les écrits — les dates sont à l’écran. D’ici juin : des cycles de 15 à 20 minutes, un chapitre par cycle. Priorité 1 : “je crois savoir”. Priorité 2 : “je ne sais pas”. Les “je sais” attendront : un entretien léger plus tard suffit. » Vérifier les dates au B.O. avant projection ; sinon, le dire et garder la mention [à confirmer].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Suite du cadrage : « Un cycle, c’est s’interroger — répondre à des questions de mémoire, refaire un plan feuille blanche, un exercice type sans corrigé — jamais relire. Vous l’avez vécu à l’instant : le test du binôme, c’était exactement ça. » Enchaîner immédiatement sur la consigne de l’atelier (écran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 13 min. Trois refus à opposer en circulant : (1) « relire ch. 3 », « revoir les limites » = contenu interdit — exiger le geste d’interrogation ; (2) le plan héroïque : plus de 3–4 cycles par semaine en octobre ne sera pas tenu — faire réduire ; (3) le cycle hors planning : chaque cycle se loge dans un créneau EDS ou philosophie de la semaine type C4 — créneau pris → on décale d’un jour, on n’empile pas. Test du plan en fin d’atelier (30 s) : « à la date prévue, est-ce que je sais exactement quoi faire à la minute une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Dernier volet, et il est dans le titre de la séance : dormir. Cinq affirmations, vrai ou faux, seul, sans discuter. Trois minutes. On corrigera avec les données, pas avec la morale.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commenté (3 min) — s’en tenir à ces formulations, sans chiffre : 1 FAUX (la privation dégrade l’attention le jour J et empêche la consolidation : double perte) · 2 VRAI (le sommeil qui suit l’apprentissage participe à la consolidation — pilier 4) · 3 VRAI (les grasses matinées ne compensent pas des nuits courtes répétées) · 4 FAUX (lumière et stimulation peuvent retarder l’endormissement ; l’ampleur varie selon les personnes — à dire honnêtement) · 5 VRAI (une sieste courte peut soutenir vigilance et consolidation ; elle ne remplace pas la nuit). Puis 2 min, verbatim règles : « Trois règles personnelles, réalistes, au format quand… alors… Pas de règle héroïque : une règle tenue vaut mieux que trois abandonnées. » Aucune remarque sur les habitudes individuelles.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(5 min) : « Carnet de méthodes, page Consolidation : vos trois totaux de matrice, votre rétro-planning des quatre premières semaines, vos trois règles de sommeil. Engagement : le premier cycle a lieu dans les 7 jours, à la date écrite — et la matrice se met à jour après chaque DS. Météo du transfert à la prochaine vie de classe, et point matrice de 5 minutes chaque mois jusqu’aux écrits, adossé au rendez-vous mensuel de septembre. » Point non négociable : chaque élève quitte la salle avec un premier cycle daté (chapitre + contenu + jour + heure) et trois règles de sommeil écrites.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de méthodes · Terminale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jusqu’aux écrits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réactivation programmée et sommeil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3464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260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4 · CONSOLIDATION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Répéter dans le temps, et dormir, gravent ce que j’ai appris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du jour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2 /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écrits de juin portent sur des chapitres vus depuis des mois — certains depuis la 1re.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n’est pas « ai-je travaillé ces chapitres ? »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Qu’est-ce qu’il en reste aujourd’hui ? »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devine pas au feeling : on mesure. </a:t>
            </a:r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Classeurs fermés.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L’auto-test éclair : le mot-preuve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3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11704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centrale, de mémoire : plan ? formule ? méthode ? thèse 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17190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mot-preuve écrit : le premier élément précis qui me vient.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2920" y="230428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22677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case cochée — une seule.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2679192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127248"/>
            <a:ext cx="2459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écrite et juste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236976" y="3063240"/>
            <a:ext cx="2679192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3346704" y="3127248"/>
            <a:ext cx="2459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CROIS SAVOIR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— rien de précis ne sort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016752" y="3063240"/>
            <a:ext cx="2679192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3127248"/>
            <a:ext cx="2459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SAIS PAS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mot-preuve écrit : « je crois savoir » d’office.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matrice de maîtrise — support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4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: EDS n°1 → EDS n°2 → philosophie.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non encore traité → colonne « À VENIR ».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fin de phase : mes trois totaux, en bas de la matrice.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35040" y="15544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0894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6276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ramasse cette feuille : </a:t>
            </a:r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personne que vous pouvez tromper, c’est vous.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des « je sais 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5 /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matrices. </a:t>
            </a:r>
            <a:pPr algn="l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testeur choisit 3 chapitres « JE SAIS » de l’autre.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Énonce-moi le plan. »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816352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Donne la formule et ses conditions. 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34670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Quelle est la thèse, et un argument ? »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35040" y="15544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08940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01968" y="16276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3:00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603504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qui flanche — hésitation, à-peu-près, trou → la case descend. </a:t>
            </a:r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négociation.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zone dangereuse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6 /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Familier n’est pas su.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rend familier.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663440" y="19659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tester dit la vérité.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crois savoir » coûte les points de juin : on croit que c’est fait, donc on ne le révise pas.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donc elle qu’on réactive en premier.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des jugements d’apprentissage — Bjork, Dunlosky &amp; Kornell, 2013.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Remonter le temps depuis les écrits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7 /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Philosophie : lundi 14 juin 2027 · Écrits des EDS : mardi 15 – jeudi 17 juin 2027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annoncées — à confirmer au B.O. par l’établissement.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D’ici juin : des cycles de 15 à 20 minutes, </a:t>
            </a:r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chapitre par cycle.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28895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CROIS SAVOIR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commence cette semaine.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" y="3474720"/>
            <a:ext cx="384048" cy="384048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34381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SAIS PAS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vrai créneau de travail, puis des cycles.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39867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entretien léger, plus tard.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cycle = s’interroger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8 /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à 5 questions, de mémoire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128016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chapitre, feuille blanche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type, sans corrigé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210312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récupération — cotation S / P / 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: « relire », « revoir ».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le vivre : </a:t>
            </a:r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du binôme, c’était exactement ça.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espacée — Cepeda et al., 2006 · testing effect — Roediger &amp; Karpicke, 2006.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mon rétro-planning — support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9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173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et semaine type de septembre (C4) ouverts.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cycle reçoit : un chapitre + un contenu précis + une date dans un créneau qui existe déjà.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35040" y="15544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0894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6276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premières semaines, complètes.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3 cycles par semaine — pas plus.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cycle sans date et sans contenu n’existe pas.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sommeil — support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10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5087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affirmations, vrai ou faux.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Seul, sans discuter. Personne ne relève.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35040" y="15544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0894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6276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corrige ensuite avec les données, pas avec la morale.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Corrigé, puis mes 3 règles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11 /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FAUX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39696" y="128016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VRAI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22192" y="128016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VRAI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04688" y="128016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FAUX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87184" y="1280160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VRAI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nuit qui suit le travail consolide. L’amputer : double perte — attention le jour J et consolidation.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DEEA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règles « quand… alors… », réalistes — pas héroïques. </a:t>
            </a:r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nuit fait partie de la révision.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Sommeil et consolidation — Dehaene, 2018 (synthèse, pilier 4).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+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Consolidation 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trois totaux de matrice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14173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rétro-planning — 4 semaines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4173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règles de sommeil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2E539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cycle de réactivation a lieu dans les 7 jours, à la date écrite.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règles de sommeil sont tenues chaque soir.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se met à jour après chaque DS : une note tombe, un chapitre change de colonne.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jour — bilan à la prochaine vie de classe, point matrice chaque mois jusqu’aux écrits.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écran 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Institut Stanislas de Cannes</dc:creator>
  <cp:lastModifiedBy>Institut Stanislas de Cannes</cp:lastModifiedBy>
  <cp:revision>1</cp:revision>
  <dcterms:created xsi:type="dcterms:W3CDTF">2026-07-18T08:10:50Z</dcterms:created>
  <dcterms:modified xsi:type="dcterms:W3CDTF">2026-07-18T08:10:50Z</dcterms:modified>
</cp:coreProperties>
</file>