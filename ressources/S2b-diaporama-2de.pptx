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0-1 min. Verbatim d’ouverture : « Deux gestes d’examen aujourd’hui : lire vraiment la consigne, et s’entraîner comme au DS — pas comme on révise d’habitude. On commence par un test de trente secondes.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1-2 min. Projeter exactement 30 secondes, chronomètre en main, puis passer à l’écran suivant : la question disparaît. C’est la question n° 1 de la fiche « On me demande de… » : les élèves la retrouveront par écrit à la phase 2. AVANT LA SÉANCE : supprimer la diapositive de la variante non retenue (les deux portent le numéro « écran 2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1-2 min. Projeter exactement 30 secondes, chronomètre en main, puis passer à l’écran suivant : la question disparaît. C’est la question n° 1 de la fiche « On me demande de… » : les élèves la retrouveront par écrit à la phase 2. AVANT LA SÉANCE : supprimer la diapositive de la variante non retenue (les deux portent le numéro « écran 2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2-4 min : recueillir 3 ou 4 réponses à voix haute, les mettre côte à côte — les formulations divergent, le verbe ou la contrainte a souvent disparu. Verbatim : « Personne n’a mal lu par négligence : c’est le fonctionnement normal de l’attention. Le geste qui corrige ça s’apprend — c’est la première partie de l’heure. » 4-5 min : seconde accroche à main levée (lever la sienne), puis annoncer : « Second geste de l’heure : savoir refaire seul, sans aide. Vous allez le vivre en vrai dans vingt minutes.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5-6 min : binômes (mixtes ancien/nouveau si arrivants en cours d’année — leur remettre le gabarit de carnet), une planche de cartes pour deux. Verbatim : « Quinze cartes : cinq verbes de consigne, dix réponses d’élèves. Associez chaque réponse à son verbe, puis classez-la : réussie, ou à côté. Cinq minutes. » Lancer le chrono à l’écran suivant.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6-11 min : tri (5 min). Relances en circulant : « Quel mot de la réponse trahit qu’elle est à côté ? » · « Qu’est-ce que le correcteur attendait et ne trouve pas ? » 11-12 min : correction éclair — lire la clé du guide (① Montrer que réussie · ② Justifier à côté · ③ Analyser réussie · ④ Comparer à côté · ⑤ Commenter réussie · ⑥ Montrer que à côté · ⑦ Justifier réussie · ⑧ Analyser à côté · ⑨ Comparer réussie · ⑩ Commenter à côté), sans commenter chaque carte : les confusions se traitent à la mise en commun.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12-18 min. Verbatim : « Deux vraies questions de DS. Pour chacune, chacun écrit sur sa fiche : la phrase “On me demande de…”, puis la liste de ce que la réponse doit contenir. Vous confrontez à deux après chaque question. La version orale ne compte pas : au DS, c’est l’écrit qui vous sauvera. » Binômes en avance : question n° 3 (consignes imbriquées) au bas de la fiche. Exiger le verbe et l’objet précis.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18-22 min : construire le tableau à partir des cartes — interroger 2 ou 3 binômes (« pour justifier, qu’attend le correcteur ? »), corriger les confusions. Distinction à poser : justifier = donner la preuve d’une affirmation ; montrer que = construire le raisonnement complet qui conduit au résultat donné. Ce tableau sera recopié tel quel dans la trace écrite.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22-25 min, sans développer (30 secondes par palier). Verbatim : « Palier 1 : apprendre le cours — on sait le réciter. Palier 2 : réussir des exercices types sans aide, cours fermé. Palier 3 : traiter un sujet en temps limité, en conditions. Le DS évalue les paliers 2 et 3 ; réviser seulement le palier 1, c’est se présenter avec un tiers de la préparation. Et le palier 3 inclut la consigne en conditions : la reformulation écrite en fait partie. » Rappel autoporté : « Vous l’avez constaté avec les fiches : relire donne une impression de maîtrise, seul le test cahier fermé dit ce qui est su. Le palier 2, c’est le même principe appliqué aux exercices.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25-26 min : distribuer l’exercice, garder le corrigé. Verbatim : « Exercice jamais vu. Cours et cahiers dans le sac. Douze minutes, sans aide : je ne répondrai à aucune question de contenu, c’est le principe de l’exercice. Première chose à faire : remplir le cadre “On me demande de…” en haut de la fiche. Si vous bloquez : notez où et pourquoi dans la marge, et passez à la suite. » Cartes-indices : les poser face cachée sur la table des élèves repérés en difficulté (« si tu es bloqué plus de deux minutes, tu peux la retourner ; coche alors “indice utilisé”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26-38 min : exercice (12 min pleines, incompressibles). Tenir le silence, circuler sans aider — pas même « relis la question » —, noter pour soi 2 ou 3 blocages observés pour le débrief. Toute aide fausse le diagnostic que la séance cherche à produire.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38-40 min : distribuer le corrigé-vérification. Verbatim : « Pas de note. Étape par étape : cochez réussie ou ratée. Vous avez deux minutes, on finit ensemble juste après. » 40-42 min : terminer, puis pour chaque étape ratée cocher la cause (cours non su / méthode non maîtrisée / consigne mal lue) et remplir la ligne « Mon diagnostic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42-46 min : mains levées — « Qui a au moins une croix cours ? … méthode ? … consigne ? » Faire témoigner 2 ou 3 volontaires, une phrase chacun. Résultat attendu : les trois colonnes existent ; la surprise habituelle est la colonne méthode (« je connaissais la formule, je n’ai pas vu qu’il fallait l’utiliser ») — exactement ce que le palier 2 révèle et que la relecture cache. Boucler : la colonne consigne renvoie au geste de la première partie d’heure.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46-48 min, 2 minutes. Verbatim : « Ce que vous venez de vivre a un nom. Un : chercher seul est inconfortable, et c’est cet inconfort qui construit la maîtrise — les chercheurs parlent de difficultés désirables. Deux : écrire “on me demande de…” avant de rédiger libère la tête pour la suite — moins de choses à surveiller en même temps. Retenez : facile pendant l’entraînement ne veut pas dire appris.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48-53 min : distribuer la trace écrite, à coller page « Attention » ; chacun complète la ligne « Mon diagnostic du jour » à partir du corrigé-vérification. 53-55 min : dater et signer les deux engagements « quand… alors… », présenter la grille 7 jours. Annoncer la météo du transfert à la prochaine vie de classe et le débrief après le DS suivant (reformulation en tête de copie ? palier 2 à J−3 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socle · 2de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gestes d’examen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la consigne · Savoir refaire seul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143000" y="2606040"/>
            <a:ext cx="6858000" cy="1600200"/>
          </a:xfrm>
          <a:prstGeom prst="roundRect">
            <a:avLst>
              <a:gd name="adj" fmla="val 5714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69748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1 · ATTENTION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cerveau n’apprend que ce qu’il regarde vraiment »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ENGAGEMENT ACTIF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n’apprends que si je fais l’effort de chercher 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de 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scientifique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2 / 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DEEAF6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536192"/>
            <a:ext cx="502920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On considère la fonction f définie par f(x) = 2x² − 3. Justifier que le point A(−2 ; 5) appartient à la courbe représentative de f. »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4323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84848" y="1993392"/>
            <a:ext cx="18105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6217920" y="29626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masquer l’écran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silencieuse. La question disparaît dans 30 secondes.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de 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littéraire-SHS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2 / 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DEEAF6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536192"/>
            <a:ext cx="502920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Montrez que, dans l’Athènes du Ve siècle avant J.-C., la citoyenneté exclut la majorité des habitants. »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4323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84848" y="1993392"/>
            <a:ext cx="18105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6217920" y="29626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masquer l’écran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silencieuse. La question disparaît dans 30 secondes.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Qu’était-il demandé, exactement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3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44752"/>
            <a:ext cx="77724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revoir l’écran : écrivez-le en une ligne, au brouillon.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953512"/>
            <a:ext cx="77724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Puis, main levée : </a:t>
            </a:r>
            <a:pPr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déjà tout compris en classe… et raté le DS ?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: le tri de cartes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4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44752"/>
            <a:ext cx="493776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verbes de consigne, 10 réponses d’élèves.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Associez chaque réponse à son verbe.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Classez-la : réussie, ou à côté.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217920" y="210312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59232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84848" y="2176272"/>
            <a:ext cx="18105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217920" y="3099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des cartes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5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834640" y="173736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238658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01568" y="1810512"/>
            <a:ext cx="28163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2834640" y="3054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Question-guide : quel mot de la réponse la trahit 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On me demande de… 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6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44752"/>
            <a:ext cx="49377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questions de DS. Pour chacune :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On me demande de… » + ce que la réponse doit contenir.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456432"/>
            <a:ext cx="4937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Confrontez à deux après chaque question.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F2F2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2265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4848" y="1810512"/>
            <a:ext cx="18105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6217920" y="2734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217920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écrit — l’oral ne compte pas.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verbes de consigne du lycée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7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2588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décomposer et expliquer, preuves à l’appui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57200" y="199339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3911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donner la preuve : calcul, exemple, citation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57200" y="270662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75234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Commenter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donner du sens au résultat, et ses limites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7200" y="341985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DEEAF6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465576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que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construire le raisonnement qui mène au résultat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57200" y="413308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17880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points communs ET différences, sur un critère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paliers de l’entraînement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8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35024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335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34440" y="128016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le cours.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2112264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112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234440" y="20574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Réussir des exercices types </a:t>
            </a:r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aide</a:t>
            </a:r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cours fermé.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2889504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234440" y="283464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un sujet </a:t>
            </a:r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limité</a:t>
            </a:r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 conditions.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DEEAF6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776472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DS évalue les paliers 2 et 3 — et la consigne en fait partie.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Bjork &amp; Bjork, 2011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2, en vrai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9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353312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et cahiers dans le sac. </a:t>
            </a:r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inédit, sans aide.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404872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D’abord : le cadre « On me demande de… » en haut de la fiche.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456432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je bloque : je note où et pourquoi, je passe à la suite.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217920" y="173736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F2F2F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22656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84848" y="1810512"/>
            <a:ext cx="18105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6217920" y="2734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217920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 lève pas la main.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2 — exercice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10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0" y="169164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36372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0128" y="1764792"/>
            <a:ext cx="299923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2743200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fermé.</a:t>
            </a:r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Sans aide · en silence.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Auto-correction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11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44752"/>
            <a:ext cx="49377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 en main, étape par étape : </a:t>
            </a:r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réussie ou ratée.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28346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907792"/>
            <a:ext cx="49377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note : on cherche </a:t>
            </a:r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ça casse.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217920" y="201168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F2F2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50088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4848" y="2084832"/>
            <a:ext cx="18105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6217920" y="3008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causes, trois remèdes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12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17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non su</a:t>
            </a:r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palier 1 : s’interroger cahier fermé (S2a).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468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non maîtrisée</a:t>
            </a:r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palier 2 : s’entraîner sans aide.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57200" y="34747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520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 mal lue</a:t>
            </a:r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« On me demande de… » + checklist.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venez de vivre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13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8229600" cy="1325880"/>
          </a:xfrm>
          <a:prstGeom prst="roundRect">
            <a:avLst>
              <a:gd name="adj" fmla="val 6897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44752"/>
            <a:ext cx="77724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Facile pendant l’entraînement ≠ appris. »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L’inconfort du sans-aide construit la maîtrise : difficultés désirables.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999232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la consigne avant d’écrire libère la tête pour la suite.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Bjork &amp; Bjork, 2011 · Sweller, 1988/2011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écrite + engagement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Attention 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verbes du lycée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2918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417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paliers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417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« avant de rendre »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8046720" cy="2148840"/>
          </a:xfrm>
          <a:prstGeom prst="roundRect">
            <a:avLst>
              <a:gd name="adj" fmla="val 4255"/>
            </a:avLst>
          </a:prstGeom>
          <a:solidFill>
            <a:srgbClr val="2E539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14600"/>
            <a:ext cx="7498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 7 JOURS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Quand je découvre le sujet du prochain DS, alors j’écris “On me demande de…” avant de rédiger. »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Quand j’arrive à J−3 d’un DS, alors je fais un exercice type, cours fermé, sans aide. »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coche la grille chaque jour — bilan à la prochaine vie de classe.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S2b · écran 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Institut Stanislas de Cannes</dc:creator>
  <cp:lastModifiedBy>Institut Stanislas de Cannes</cp:lastModifiedBy>
  <cp:revision>1</cp:revision>
  <dcterms:created xsi:type="dcterms:W3CDTF">2026-07-17T22:08:42Z</dcterms:created>
  <dcterms:modified xsi:type="dcterms:W3CDTF">2026-07-17T22:08:42Z</dcterms:modified>
</cp:coreProperties>
</file>