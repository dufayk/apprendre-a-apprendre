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2a/ic_bulb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Engagement actif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S’interroger au lieu de relire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n’apprends que si je fais l’effort de chercher »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66928" y="4297680"/>
            <a:ext cx="2926080" cy="0"/>
          </a:xfrm>
          <a:prstGeom prst="line">
            <a:avLst/>
          </a:prstGeom>
          <a:noFill/>
          <a:ln w="25400">
            <a:solidFill>
              <a:srgbClr val="C77F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socle · classe de 2de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E5395"/>
          </a:solidFill>
          <a:ln/>
        </p:spPr>
      </p:sp>
      <p:pic>
        <p:nvPicPr>
          <p:cNvPr id="3" name="Image 0" descr="/home/claude/s2a/ic_us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720072" y="4572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C77F2E"/>
          </a:solidFill>
          <a:ln/>
        </p:spPr>
      </p:sp>
      <p:pic>
        <p:nvPicPr>
          <p:cNvPr id="6" name="Image 1" descr="/home/claude/s2a/ic_c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576072"/>
            <a:ext cx="265176" cy="265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77272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02920" y="123444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commence par une expérience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02920" y="2468880"/>
            <a:ext cx="11155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d’expérience, page 1. Retenez le document A : relisez-le autant de fois que vous voulez.</a:t>
            </a:r>
            <a:endParaRPr lang="en-US" sz="22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Silence. Sans écrire, sans surligner.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S2a · S’interroger au lieu de relire · 2de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E5395"/>
          </a:solidFill>
          <a:ln/>
        </p:spPr>
      </p:sp>
      <p:pic>
        <p:nvPicPr>
          <p:cNvPr id="3" name="Image 0" descr="/home/claude/s2a/ic_us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720072" y="4572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C77F2E"/>
          </a:solidFill>
          <a:ln/>
        </p:spPr>
      </p:sp>
      <p:pic>
        <p:nvPicPr>
          <p:cNvPr id="6" name="Image 1" descr="/home/claude/s2a/ic_c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576072"/>
            <a:ext cx="265176" cy="265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77272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02920" y="123444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B — on lit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02920" y="256032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Tournez la page. Lisez le document B, une ou deux fois.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S2a · S’interroger au lieu de relire · 2de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E5395"/>
          </a:solidFill>
          <a:ln/>
        </p:spPr>
      </p:sp>
      <p:pic>
        <p:nvPicPr>
          <p:cNvPr id="3" name="Image 0" descr="/home/claude/s2a/ic_us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720072" y="4572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C77F2E"/>
          </a:solidFill>
          <a:ln/>
        </p:spPr>
      </p:sp>
      <p:pic>
        <p:nvPicPr>
          <p:cNvPr id="6" name="Image 1" descr="/home/claude/s2a/ic_c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576072"/>
            <a:ext cx="265176" cy="265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77272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02920" y="123444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B — de mémoire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02920" y="2468880"/>
            <a:ext cx="11155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retournée. Écrivez de mémoire tout ce dont vous vous souvenez.</a:t>
            </a:r>
            <a:endParaRPr lang="en-US" sz="23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importe l’ordre, peu importe les fautes. Rangez ensuite : un test aura lieu plus tard.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S2a · S’interroger au lieu de relire · 2de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E5395"/>
          </a:solidFill>
          <a:ln/>
        </p:spPr>
      </p:sp>
      <p:pic>
        <p:nvPicPr>
          <p:cNvPr id="3" name="Image 0" descr="/home/claude/s2a/ic_user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" y="123444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votre tour : fabriquez vos questions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02920" y="2468880"/>
            <a:ext cx="11155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chapitre en cours de votre matière : fabriquez 8 à 10 questions.</a:t>
            </a:r>
            <a:endParaRPr lang="en-US" sz="2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en mots-clés dans la colonne de droite.</a:t>
            </a:r>
            <a:endParaRPr lang="en-US" sz="23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2 questions d’application.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S2a · S’interroger au lieu de relire · 2de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E5395"/>
          </a:solidFill>
          <a:ln/>
        </p:spPr>
      </p:sp>
      <p:pic>
        <p:nvPicPr>
          <p:cNvPr id="3" name="Image 0" descr="/home/claude/s2a/ic_user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" y="123444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 ou application 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25146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Qu’est-ce qu’une fonction affine ? »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91072" y="25146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6565392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65392" y="33832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Comment reconnaître sur un graphique qu’une fonction est affine ? »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91072" y="5394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vous faut au moins deux questions de ce type.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S2a · S’interroger au lieu de relire · 2de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E5395"/>
          </a:solidFill>
          <a:ln/>
        </p:spPr>
      </p:sp>
      <p:pic>
        <p:nvPicPr>
          <p:cNvPr id="3" name="Image 0" descr="/home/claude/s2a/ic_us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720072" y="4572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C77F2E"/>
          </a:solidFill>
          <a:ln/>
        </p:spPr>
      </p:sp>
      <p:pic>
        <p:nvPicPr>
          <p:cNvPr id="6" name="Image 1" descr="/home/claude/s2a/ic_c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576072"/>
            <a:ext cx="265176" cy="265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77272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02920" y="123444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Fabriquez vos questions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02920" y="2468880"/>
            <a:ext cx="11155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 minimum, 10 si possible. Dont au moins 2 d’application.</a:t>
            </a:r>
            <a:endParaRPr lang="en-US" sz="23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introuvable dans le cours ? C’est une excellente question : cherchez-la.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S2a · S’interroger au lieu de relire · 2de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E5395"/>
          </a:solidFill>
          <a:ln/>
        </p:spPr>
      </p:sp>
      <p:pic>
        <p:nvPicPr>
          <p:cNvPr id="3" name="Image 0" descr="/home/claude/s2a/ic_friend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720072" y="4572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C77F2E"/>
          </a:solidFill>
          <a:ln/>
        </p:spPr>
      </p:sp>
      <p:pic>
        <p:nvPicPr>
          <p:cNvPr id="6" name="Image 1" descr="/home/claude/s2a/ic_c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576072"/>
            <a:ext cx="265176" cy="265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77272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4:00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02920" y="123444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Interrogez-vous, cahiers fermés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02920" y="2468880"/>
            <a:ext cx="11155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interroge l’autre avec ses propres questions. On inverse à mi-temps.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Cotation :  su ✓   ·   partiel ~   ·   non su ✗</a:t>
            </a:r>
            <a:endParaRPr lang="en-US" sz="22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L’élève qui a déjà vécu cette méthode en 3e mène le premier tour.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S2a · S’interroger au lieu de relire · 2de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E5395"/>
          </a:solidFill>
          <a:ln/>
        </p:spPr>
      </p:sp>
      <p:pic>
        <p:nvPicPr>
          <p:cNvPr id="3" name="Image 0" descr="/home/claude/s2a/ic_us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720072" y="4572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C77F2E"/>
          </a:solidFill>
          <a:ln/>
        </p:spPr>
      </p:sp>
      <p:pic>
        <p:nvPicPr>
          <p:cNvPr id="6" name="Image 1" descr="/home/claude/s2a/ic_c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576072"/>
            <a:ext cx="265176" cy="265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77272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02920" y="123444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— document A (le glouton)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02920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regarder la feuille.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269748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 Dans quelle région du monde vit le glouton ?</a:t>
            </a:r>
            <a:endParaRPr lang="en-US" sz="21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 À quelle famille d’animaux appartient-il ?</a:t>
            </a:r>
            <a:endParaRPr lang="en-US" sz="21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 De quoi se nourrit-il surtout ?</a:t>
            </a:r>
            <a:endParaRPr lang="en-US" sz="21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 Combien de petits la femelle a-t-elle par portée ?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S2a · S’interroger au lieu de relire · 2de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E5395"/>
          </a:solidFill>
          <a:ln/>
        </p:spPr>
      </p:sp>
      <p:pic>
        <p:nvPicPr>
          <p:cNvPr id="3" name="Image 0" descr="/home/claude/s2a/ic_us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314432" y="530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temps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23444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— document B (le pangolin)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regarder la feuille.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 Sur quels continents vit le pangolin ?</a:t>
            </a:r>
            <a:endParaRPr lang="en-US" sz="21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 Qu’est-ce qui le rend unique parmi les mammifères ?</a:t>
            </a:r>
            <a:endParaRPr lang="en-US" sz="21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 De quoi se nourrit-il ?</a:t>
            </a:r>
            <a:endParaRPr lang="en-US" sz="21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B4.  Combien de petits la femelle a-t-elle par portée ?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S2a · S’interroger au lieu de relire · 2de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2a/ic_bulb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02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venez de mesurer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2A4270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 — </a:t>
            </a:r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: hémisphère nord · mustélidés · charognes · 2 à 3    </a:t>
            </a:r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: Afrique et Asie · écailles · fourmis et termites · un seul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77240" y="19385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7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Comptez :  …/4 sur A (relu)   ·   …/4 sur B (testé)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temps égal, se tester bat relire.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Relire semble facile : c’est l’illusion de savoir.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Roediger &amp; Karpicke, 2006  ·  Bjork, Dunlosky &amp; Kornell, 2013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2a/ic_boo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48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garde la trace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méthodes, page « Engagement actif »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A427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103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lis  →  je ferme  →  je me récite  →  je vérifie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33375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7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 de la semaine : </a:t>
            </a:r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d’auto-interrogation chaque soir, cahier fermé, sur un cours du jour. Je coche dans la grille 7 jours.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66928" y="4892040"/>
            <a:ext cx="11064240" cy="0"/>
          </a:xfrm>
          <a:prstGeom prst="line">
            <a:avLst/>
          </a:prstGeom>
          <a:noFill/>
          <a:ln w="12700">
            <a:solidFill>
              <a:srgbClr val="3A51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séance (B2) : </a:t>
            </a:r>
            <a:pPr algn="l" indent="0" marL="0">
              <a:buNone/>
            </a:pPr>
            <a:r>
              <a:rPr lang="en-US" sz="1600" i="1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applique ce même geste à vos fiches de révision — transformer une fiche qui raconte en fiche qui interroge.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2026-07-17T21:49:43Z</dcterms:created>
  <dcterms:modified xsi:type="dcterms:W3CDTF">2026-07-17T21:49:43Z</dcterms:modified>
</cp:coreProperties>
</file>