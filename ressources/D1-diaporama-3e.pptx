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(0-7 min, classe). Accroche à main levée : « Qui a déjà tout compris en classe, puis raté le contrôle ? » Lever la main soi-même. Enchaîner : comprendre et savoir refaire seul sont deux choses différentes. Annoncer les deux gestes du jour : paliers 2 et 3 sur un vrai chapitre.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secondes par palier, sans développer. Poser la règle : pendant le palier 2, je ne réponds à aucune question sur l’exercice — l’annoncer avant pour que personne ne le vive comme un refus. Verbatim : « Pendant les 12 prochaines minutes, je ne vous aiderai pas, et c’est volontaire : au brevet, personne ne vous aidera.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Distribuer la fiche « Palier 2 » face cachée. Cours fermés, rangés. Au signal, retourner. 12 minutes chrono, silence complet. Si un élève lève la main : réponse unique « Note ta question dans le cadre du bas, on y revient dans 15 minutes. » Aucun indice, même minime : il fausserait le diagnostic. Élève en avance : revérifier chaque étape comme un correcteur.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tourner le chrono, visible de toute la classe. Tenir le silence. Ne pas circuler pour aider : seulement pour vérifier que cours et cahiers sont bien rangés. Annoncer éventuellement le temps restant à mi-parcours, sans commenter les copies.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Stop, stylos posés. Échangez votre feuille avec votre voisin. Je distribue le corrigé détaillé : vous corrigez la copie de l’autre étape par étape. Pour chaque étape, une croix : réussie, partielle, ou absente. On ne met pas de note. » Distribuer le corrigé seulement maintenant, jamais avec l’exercice. Vérifier que la grille est remplie étape par étape.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Circuler : « il a tout faux » n’est pas une correction. Chaque étape reçoit sa croix. Repérer les copies utiles pour le débrief à venir (exemples de blocages clairs, à solliciter comme volontaires).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Regardez la grille de votre copie. Là où ça a bloqué, il n’y a que deux causes. Cause 1 : je ne savais pas le cours. Cause 2 : je savais le cours, mais je ne savais pas quoi en faire. » Main levée pour chaque cause. Faire verbaliser 2-3 exemples volontaires. Conclusion émise par la classe, pas assénée.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 maximum. Appuyer sur ce que les élèves viennent de vivre, pas sur l’autorité de la source. Le confort (relire, refaire du déjà-vu) donne une impression de maîtrise trompeuse ; l’inconfort (chercher sans aide) construit la maîtrise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Maintenant, palier 3 : un extrait de sujet, comme au brevet. 13 minutes, silence complet, aucun document, on rédige au propre. Personne ne sort avant la fin. Si vous bloquez, passez à la question suivante et revenez ensuite. » Tenir les conditions strictement : sacs fermés, trousse seule. Aucune question autorisée. Annoncer le temps restant à 5 min et à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Je distribue le barème simplifié. Vous corrigez votre propre copie, critère par critère, honnêtement : personne ne relève les points, ils ne servent qu’à vous. » Vérifier que chacun passe par tous les critères — le réflexe est de regarder le total et de s’arrêter là. Dernière ligne : cours, méthode ou temps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Carnet, page Engagement actif : recopiez les 3 paliers et complétez votre autodiagnostic. Puis l’engagement : avant votre prochain contrôle, un exercice palier 2 à J−3 et un extrait palier 3 à J−2. Notez dès maintenant la matière et la date. » Suivi : débrief de 3 min après le contrôle suivant + rituel météo du transfert.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S’entraîner pour le brevet · 3e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refaire seul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01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paliers de l’entraînement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7498080" cy="658368"/>
          </a:xfrm>
          <a:prstGeom prst="roundRect">
            <a:avLst>
              <a:gd name="adj" fmla="val 13889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432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ENGAGEMENT ACTIF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n’apprends que si je fais l’effort de chercher »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474720"/>
            <a:ext cx="7498080" cy="658368"/>
          </a:xfrm>
          <a:prstGeom prst="roundRect">
            <a:avLst>
              <a:gd name="adj" fmla="val 13889"/>
            </a:avLst>
          </a:prstGeom>
          <a:solidFill>
            <a:srgbClr val="2E539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5204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 · RETOUR D’INFORMATION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L’erreur est une information, pas une punition 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paliers de l’entraînement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écran 2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42646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1307592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le cours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le réciter, cahier fermé.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203704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DEEAF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239572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325880" y="2276856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Réussir des exercices types sans aide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fermé, sans aide.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3172968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DEEAF6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336499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25880" y="3246120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un sujet en temps limité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conditions réelles.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7200" y="4315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Aujourd’hui : on vit les paliers 2 et 3, pour de vrai.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2 · exercice sans aide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écran 3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vous, seuls.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et cahiers dans le sac.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inédit : je cherche seul.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je bloque : je remplis le cadre « Où ça bloque ? ».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4251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lève pas la main. Le professeur ne répond pas : c’est le principe.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17373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22722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6248" y="181051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5989320" y="2825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2 · en cours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écran 4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0" y="17373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47802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0128" y="1810512"/>
            <a:ext cx="29992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6000" dirty="0"/>
          </a:p>
        </p:txBody>
      </p:sp>
      <p:sp>
        <p:nvSpPr>
          <p:cNvPr id="10" name="Text 6"/>
          <p:cNvSpPr/>
          <p:nvPr/>
        </p:nvSpPr>
        <p:spPr>
          <a:xfrm>
            <a:off x="274320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complet. Cours fermé.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par pairs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écran 5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vos feuilles.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distribué : je corrige étape par étape.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croix par ligne : réussie, partielle, absente.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J’entoure l’endroit exact où ça casse.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251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note : on repère où ça casse.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89320" y="17373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22722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6248" y="181051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5989320" y="2825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· en cours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écran 6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0" y="17373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47802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0128" y="1810512"/>
            <a:ext cx="29992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6000" dirty="0"/>
          </a:p>
        </p:txBody>
      </p:sp>
      <p:sp>
        <p:nvSpPr>
          <p:cNvPr id="10" name="Text 6"/>
          <p:cNvSpPr/>
          <p:nvPr/>
        </p:nvSpPr>
        <p:spPr>
          <a:xfrm>
            <a:off x="274320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par étape, une croix par ligne.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causes, deux remèdes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écran 7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794760" cy="274320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55448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spc="1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1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savais pas le cours.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formule, la définition, la date.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Palier 1 : apprendre, s’auto-interroger.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(séance B1)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325880"/>
            <a:ext cx="3794760" cy="274320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55448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spc="1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2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savais le cours, pas quoi en faire.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était là, l’exercice ne venait pas.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Palier 2 : s’entraîner sans aide.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 qu’on vient de faire)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ça a bloqué, une seule de ces deux causes.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construit vraiment la maîtrise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écran 8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Facile pendant l’entraînement ≠ appris. »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L’inconfort de chercher seul construit la maîtrise réelle.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Relire, refaire un exercice déjà corrigé, travailler cours ouvert : confortable, mais trompeur.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recherche appelle les difficultés désirables · Bjork &amp; Bjork, 2011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3 · conditions réelles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écran 9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au brevet.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de sujet, au propre directement.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Silence, aucun document.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je bloque : question suivante, je reviens après.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4251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sort avant la fin du chrono.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17373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22722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6248" y="181051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5989320" y="2825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Auto-évaluation au barème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écran 10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corrige ma propre copie.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Barème simplifié, critère par critère.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Honnêtement : personne ne relève les points.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ligne : ce qui m’a manqué 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897880" y="141732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608076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m’a manqué 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80760" y="201168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(palier 1)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80760" y="2633472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2633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(palier 2)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080760" y="3255264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32552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(palier 3)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retiens, ce que je fais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Engagement actif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PALIERS + MON PALIER FAIBLE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1 apprendre  →  Palier 2 refaire sans aide  →  Palier 3 en conditions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ce chapitre, mon palier faible était le palier ______, parce que…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2E539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724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mon prochain contrôle — matière : __________  date : __________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exercice palier 2 (sans aide) à J−3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extrait palier 3 (en temps limité) à J−2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Débrief post-contrôle à la prochaine vie de classe : l’entraînement a-t-il changé quelque chose 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Institut Stanislas de Cannes</dc:creator>
  <cp:lastModifiedBy>Institut Stanislas de Cannes</cp:lastModifiedBy>
  <cp:revision>1</cp:revision>
  <dcterms:created xsi:type="dcterms:W3CDTF">2026-07-18T05:19:33Z</dcterms:created>
  <dcterms:modified xsi:type="dcterms:W3CDTF">2026-07-18T05:19:33Z</dcterms:modified>
</cp:coreProperties>
</file>