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(0–6 min). Afficher pendant l’accueil. Nommer les deux piliers, sans développer : les élèves les retrouveront tout au long de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(0–6 min). Laisser la classe diagnostiquer. Chercher les décisions manquantes (pas de radar, pas de découpage, préparation la veille), pas les défauts de Sacha. Ne pas donner la réponse : elle vient des élèves.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(6–12 min). Nommer brièvement, en s’appuyant sur le cas de Sacha : chaque règle répare une faille précise. Ne pas exposer plus de 3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(6–12 min). Faire le pont règles → paliers : le DS préparé à rebours, ce sont ces trois paliers datés. Le palier 1 reprend le geste d’auto-interrogation de S1a.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étape 1 (12–18 min). Circuler, vérifier que chacun ouvre son vrai agenda. Aucune échéance n’est trop petite pour entrer dans le radar.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(transition). Montrer l’exemple avant de lancer le découpage. Le test d’une bonne action : en la lisant, je sais exactement quoi faire en m’asseyant.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étape 2 (18–25 min). Traquer les actions floues. « Avancer l’exposé » est interdit ; on veut un verbe précis, une durée, une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3, étape 3 (25–32 min). Vérifier que les paliers sont bien positionnés dans l’agenda réel, pas seulement énoncés.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(32–40 min). Le binôme valide, il ne refait pas. Arbitrer les cas litigieux. En 2026-2027, binômes mixtes ancien/nouveau si la classe en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(40–50 min). Tenir le silence et le chrono. Ne pas aider : l’inconfort est le principe actif. Distribuer le corrigé seulement à la fin des 7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(fin). Le corrigé sert à localiser le blocage, pas à se rassurer. Nommer la difficulté désirable en une phrase avant la trace écrite.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 (50–55 min). Trace écrite et engagement sont incompressibles. Chacun écrit son « quand… alors… » daté. Annoncer le point radar de lundi.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à apprendre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 et s’entraîner :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gestes de base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· séance socle du parcours d’intégration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4 · Consolidation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Répéter dans le temps, et dormir, gravent ce que j’ai appris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92240" y="397764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2E5395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· Engagement actif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Je n’apprends que si je fais l’effort de chercher »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semaine de Sacha, en Première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10543032" cy="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-274320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320040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: le cours de demain. Rien d’autre.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30118" y="21488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323011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61438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15718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ami : « et l’exposé ? » (en ligne depuis 15 jours).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65876" y="21488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86587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97196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18 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1476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de spé demain 8 h. Annoncé depuis 10 jours.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1634" y="21488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163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32954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soir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7234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du chapitre, 21 h – 23 h 30.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137392" y="21488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373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268712" y="2715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22992" y="3063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8/20. La note compte pour le bac.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94560" y="5257800"/>
            <a:ext cx="7799832" cy="868680"/>
          </a:xfrm>
          <a:prstGeom prst="roundRect">
            <a:avLst>
              <a:gd name="adj" fmla="val 10526"/>
            </a:avLst>
          </a:prstGeom>
          <a:solidFill>
            <a:srgbClr val="FBEED7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5257800"/>
            <a:ext cx="7799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7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quel moment la semaine était-elle déjà perdue ?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règles pour reprendre la main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0175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ce qui est daté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dans mon radar J+14.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25696" y="169164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745736" y="201168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45736" y="30175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gros travail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45736" y="38404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des actions de 30 à 45 minutes.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02752" y="169164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622792" y="2011680"/>
            <a:ext cx="777240" cy="77724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86227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22792" y="3017520"/>
            <a:ext cx="2889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DS se prépare à rebours,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22792" y="384048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la veille.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espacée : Cepeda et al., 2006  ·  Modèle TMT du report : Steel, 2007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paliers pour s’entraîner pour de vrai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DEEAF6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Restituer le cours,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 fermé.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vu en S1a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25696" y="1691640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DEEAF6"/>
          </a:solidFill>
          <a:ln/>
        </p:spPr>
      </p:sp>
      <p:sp>
        <p:nvSpPr>
          <p:cNvPr id="9" name="Shape 7"/>
          <p:cNvSpPr/>
          <p:nvPr/>
        </p:nvSpPr>
        <p:spPr>
          <a:xfrm>
            <a:off x="4745736" y="2011680"/>
            <a:ext cx="777240" cy="77724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0" name="Text 8"/>
          <p:cNvSpPr/>
          <p:nvPr/>
        </p:nvSpPr>
        <p:spPr>
          <a:xfrm>
            <a:off x="4745736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45736" y="292608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des exercices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aide.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302752" y="1691640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DEEA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22792" y="2011680"/>
            <a:ext cx="777240" cy="77724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4" name="Text 12"/>
          <p:cNvSpPr/>
          <p:nvPr/>
        </p:nvSpPr>
        <p:spPr>
          <a:xfrm>
            <a:off x="8622792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22792" y="292608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Traiter un sujet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limité.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repère à retenir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77F1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J−7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4754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77F1A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J−3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97180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4754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C77F1A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J−2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57800" y="5212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48920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désirables : Bjork &amp; Bjork, 2011 — s’entraîner sans aide est inconfortable, et c’est le but.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: votre radar des 14 jours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14904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autonomie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490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7406640" cy="3383280"/>
          </a:xfrm>
          <a:prstGeom prst="roundRect">
            <a:avLst>
              <a:gd name="adj" fmla="val 243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51760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agenda et l’ENT.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toutes vos échéances datées des 14 prochains jours :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DS, DM, exposés, oraux, lectures de français.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a une date entre dans le tableau — même ce qui paraît loin.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778240" y="2560320"/>
            <a:ext cx="2286000" cy="2286000"/>
          </a:xfrm>
          <a:prstGeom prst="ellipse">
            <a:avLst/>
          </a:prstGeom>
          <a:solidFill>
            <a:srgbClr val="C77F1A"/>
          </a:solidFill>
          <a:ln/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0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6:00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minuteur à l’écran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Découper, c’est rendre concret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L’exposé de Sacha → quatre actions que je peux vraiment commencer 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3 documents et les enregistrer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0" y="19659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mer. 17 h 30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7063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le plan en 3 parties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7706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7706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jeu. 18 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7530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l’introduction et la partie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35753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0" y="35753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sam. 10 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37997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les parties 2-3 et relire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43799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0" y="43799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17 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5257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concret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5257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35440" y="1965960"/>
            <a:ext cx="2404872" cy="2999232"/>
          </a:xfrm>
          <a:prstGeom prst="roundRect">
            <a:avLst>
              <a:gd name="adj" fmla="val 3042"/>
            </a:avLst>
          </a:prstGeom>
          <a:solidFill>
            <a:srgbClr val="FBE9E7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2194560"/>
            <a:ext cx="320040" cy="3200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235440" y="257860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bannir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35440" y="306324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avancer »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travailler sur 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commencer à »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Découpez votre plus gros travail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14904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autonomie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490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7406640" cy="3383280"/>
          </a:xfrm>
          <a:prstGeom prst="roundRect">
            <a:avLst>
              <a:gd name="adj" fmla="val 243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51760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l’échéance qui ne tient pas en une soirée.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Découpez-la :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concret  +  durée de 30 à 45 min  +  date.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en lisant l’action, je sais exactement quoi faire.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778240" y="2560320"/>
            <a:ext cx="2286000" cy="2286000"/>
          </a:xfrm>
          <a:prstGeom prst="ellipse">
            <a:avLst/>
          </a:prstGeom>
          <a:solidFill>
            <a:srgbClr val="C77F1A"/>
          </a:solidFill>
          <a:ln/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0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7:00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minuteur à l’écran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Placez vos actions, posez vos paliers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14904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autonomie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490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7406640" cy="3383280"/>
          </a:xfrm>
          <a:prstGeom prst="roundRect">
            <a:avLst>
              <a:gd name="adj" fmla="val 243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51760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Placez vos actions sur la grille de la semaine.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Pour votre prochain DS, datez les 3 paliers à rebours :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1 à J−7  ·  palier 2 à J−3  ·  palier 3 à J−2.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778240" y="2560320"/>
            <a:ext cx="2286000" cy="2286000"/>
          </a:xfrm>
          <a:prstGeom prst="ellipse">
            <a:avLst/>
          </a:prstGeom>
          <a:solidFill>
            <a:srgbClr val="C77F1A"/>
          </a:solidFill>
          <a:ln/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0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7:00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minuteur à l’écran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croisé : la fiche du voisin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14904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binôme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490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7406640" cy="3657600"/>
          </a:xfrm>
          <a:prstGeom prst="roundRect">
            <a:avLst>
              <a:gd name="adj" fmla="val 2250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51760"/>
            <a:ext cx="685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fiches. Quatre vérifications :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échéance oubliée ?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encore floue ?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paliers sont-ils datés ?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 est-elle tenable ?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chacun, puis chacun corrige sa fiche.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778240" y="2560320"/>
            <a:ext cx="2286000" cy="2286000"/>
          </a:xfrm>
          <a:prstGeom prst="ellipse">
            <a:avLst/>
          </a:prstGeom>
          <a:solidFill>
            <a:srgbClr val="C77F1A"/>
          </a:solidFill>
          <a:ln/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0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8:00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minuteur à l’écran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palier 2, pour de vrai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14904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autonomie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490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minutes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7406640" cy="3383280"/>
          </a:xfrm>
          <a:prstGeom prst="roundRect">
            <a:avLst>
              <a:gd name="adj" fmla="val 2432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51760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exercice. Cours fermé, sans aide, en silence.</a:t>
            </a:r>
            <a:endParaRPr lang="en-US" sz="21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n’aide : c’est le principe.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ça bloque : notez où, et passez à la suite.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778240" y="2560320"/>
            <a:ext cx="2286000" cy="2286000"/>
          </a:xfrm>
          <a:prstGeom prst="ellipse">
            <a:avLst/>
          </a:prstGeom>
          <a:solidFill>
            <a:srgbClr val="C77F1A"/>
          </a:solidFill>
          <a:ln/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0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7:00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minuteur à l’écran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Corrigez, et repérez où ça a bloqué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550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5296" y="14904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autonomie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49047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7406640" cy="3017520"/>
          </a:xfrm>
          <a:prstGeom prst="roundRect">
            <a:avLst>
              <a:gd name="adj" fmla="val 272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65176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en main. Pour chaque question, cochez :</a:t>
            </a:r>
            <a:endParaRPr lang="en-US" sz="21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  ·  cours non su  ·  méthode non maîtrisée  ·  consigne mal lue.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Concluez : « à réviser en priorité… »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778240" y="2560320"/>
            <a:ext cx="2286000" cy="2286000"/>
          </a:xfrm>
          <a:prstGeom prst="ellipse">
            <a:avLst/>
          </a:prstGeom>
          <a:solidFill>
            <a:srgbClr val="C77F1A"/>
          </a:solidFill>
          <a:ln/>
          <a:effectLst>
            <a:outerShdw sx="100000" sy="100000" kx="0" ky="0" algn="bl" rotWithShape="0" blurRad="101600" dist="38100" dir="5400000">
              <a:srgbClr val="999999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78240" y="3493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3:00</a:t>
            </a:r>
            <a:endParaRPr lang="en-US" sz="4600" dirty="0"/>
          </a:p>
        </p:txBody>
      </p:sp>
      <p:sp>
        <p:nvSpPr>
          <p:cNvPr id="12" name="Text 8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minuteur à l’écran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55046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L’inconfort du sans-aide est le principe actif — difficultés désirables, Bjork &amp; Bjork, 2011.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qu’on garde, ce qu’on s’engage à faire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40080" y="150876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carnet de méthodes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Consolidation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 règles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J+14 · actions de 30-45 min · DS à rebours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 paliers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restituer · s’entraîner sans aide · sujet en temps limité</a:t>
            </a:r>
            <a:endParaRPr lang="en-US" sz="20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J−7 · J−3 · J−2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309360" y="1508760"/>
            <a:ext cx="5239512" cy="4480560"/>
          </a:xfrm>
          <a:prstGeom prst="roundRect">
            <a:avLst>
              <a:gd name="adj" fmla="val 1837"/>
            </a:avLst>
          </a:prstGeom>
          <a:solidFill>
            <a:srgbClr val="C77F1A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engagement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83680" y="22860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rituel du dimanche soir, deux dimanches de suite :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quand [dimanche, après le dîner], alors radar → découpage → placement, 15 min 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 palier 2 avant mon prochain DS.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refait le point ensemble à la prochaine vie de classe — la météo du transfert.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S1b · Organiser et s’entraîner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12 / 12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64465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2026-07-17T21:42:12Z</dcterms:created>
  <dcterms:modified xsi:type="dcterms:W3CDTF">2026-07-17T21:42:12Z</dcterms:modified>
</cp:coreProperties>
</file>